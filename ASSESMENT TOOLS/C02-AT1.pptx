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Raleway" pitchFamily="2" charset="0"/>
      <p:regular r:id="rId10"/>
    </p:embeddedFont>
    <p:embeddedFont>
      <p:font typeface="Roboto" panose="02000000000000000000" pitchFamily="2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647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347341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Building the Future: The Importance of Python Libraries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888903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Libraries accelerate development, standardise best practices, and unlock new fields — from web apps to deep learning. This deck explains what libraries are, why they matter, and how they form a thriving, composable ecosystem that powers modern software and research.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0F473B-1AC7-DF8E-A71D-0E22C532F6B1}"/>
              </a:ext>
            </a:extLst>
          </p:cNvPr>
          <p:cNvSpPr/>
          <p:nvPr/>
        </p:nvSpPr>
        <p:spPr>
          <a:xfrm>
            <a:off x="7863840" y="4637064"/>
            <a:ext cx="1209318" cy="455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097A3E-157D-D1C8-DEFB-1B49A03EDA79}"/>
              </a:ext>
            </a:extLst>
          </p:cNvPr>
          <p:cNvSpPr txBox="1"/>
          <p:nvPr/>
        </p:nvSpPr>
        <p:spPr>
          <a:xfrm>
            <a:off x="7111218" y="4030394"/>
            <a:ext cx="1765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 . Anjani Priya</a:t>
            </a:r>
          </a:p>
          <a:p>
            <a:r>
              <a:rPr lang="en-US" sz="1200" dirty="0"/>
              <a:t>192324176</a:t>
            </a:r>
          </a:p>
          <a:p>
            <a:r>
              <a:rPr lang="en-US" sz="1200" dirty="0"/>
              <a:t>AI&amp;DS</a:t>
            </a:r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18D5C-61CB-7870-7243-19F58905F8BF}"/>
              </a:ext>
            </a:extLst>
          </p:cNvPr>
          <p:cNvSpPr txBox="1"/>
          <p:nvPr/>
        </p:nvSpPr>
        <p:spPr>
          <a:xfrm>
            <a:off x="4466492" y="271544"/>
            <a:ext cx="41813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/>
                </a:solidFill>
              </a:rPr>
              <a:t>FUNDEMENTALS OF DATA SCIENCE</a:t>
            </a:r>
          </a:p>
          <a:p>
            <a:pPr algn="ctr"/>
            <a:r>
              <a:rPr lang="en-US" sz="2000" dirty="0">
                <a:solidFill>
                  <a:schemeClr val="accent2"/>
                </a:solidFill>
              </a:rPr>
              <a:t>CO2-AT1-Technical presentation</a:t>
            </a:r>
            <a:endParaRPr lang="en-IN" sz="2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027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What is a Library?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44538"/>
            <a:ext cx="3105001" cy="31050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65290" y="2348210"/>
            <a:ext cx="478728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        A library is a curated collection of modules and functions packaged to solve specific problems. Instead of re-writing code, developers import tested components — saving time and reducing bugs.      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96119" y="4285357"/>
            <a:ext cx="53132" cy="53132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628948" y="4228877"/>
            <a:ext cx="251794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Reusable modules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948" y="4442743"/>
            <a:ext cx="251794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Packaged .py files exposing functions, classes, and constants.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46537" y="4285357"/>
            <a:ext cx="53132" cy="53132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9" name="Text 6"/>
          <p:cNvSpPr/>
          <p:nvPr/>
        </p:nvSpPr>
        <p:spPr>
          <a:xfrm>
            <a:off x="3379366" y="4228877"/>
            <a:ext cx="251802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Testing &amp; Stability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79366" y="4442743"/>
            <a:ext cx="251802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Well-maintained libraries include tests, documentation, and versioning.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97029" y="4285357"/>
            <a:ext cx="53132" cy="53132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2" name="Text 9"/>
          <p:cNvSpPr/>
          <p:nvPr/>
        </p:nvSpPr>
        <p:spPr>
          <a:xfrm>
            <a:off x="6129858" y="4228877"/>
            <a:ext cx="251802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Interoperability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129858" y="4442743"/>
            <a:ext cx="251802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Compose multiple libraries to build complex systems quickly.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815CA5-5E4F-B6A6-D958-49D30449FC9C}"/>
              </a:ext>
            </a:extLst>
          </p:cNvPr>
          <p:cNvSpPr/>
          <p:nvPr/>
        </p:nvSpPr>
        <p:spPr>
          <a:xfrm>
            <a:off x="7863840" y="4637064"/>
            <a:ext cx="1209318" cy="455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" y="368424"/>
            <a:ext cx="3304952" cy="44066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03324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Standard Toolkit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25119" y="953616"/>
            <a:ext cx="4722763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Python's Standard Library provides a rich, batteries-included foundation — utilities for file I/O, networking, parsing, math, and more. These modules enable immediate productivity without extra installs.   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633761"/>
            <a:ext cx="310083" cy="3100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25119" y="2079501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os / pathlib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925119" y="2338462"/>
            <a:ext cx="47227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Filesystem and path management across platforms.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741563"/>
            <a:ext cx="310083" cy="3100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25119" y="3187303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math / statistics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925119" y="3446264"/>
            <a:ext cx="47227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Numeric helpers, distributions, and basic statistical tools.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3849365"/>
            <a:ext cx="310083" cy="3100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925119" y="4295105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datetime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3925119" y="4554066"/>
            <a:ext cx="47227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date/time handling and timezone-aware utilities.</a:t>
            </a:r>
            <a:endParaRPr lang="en-US" sz="9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297E6C-FE28-BA97-146F-6B18D145F230}"/>
              </a:ext>
            </a:extLst>
          </p:cNvPr>
          <p:cNvSpPr/>
          <p:nvPr/>
        </p:nvSpPr>
        <p:spPr>
          <a:xfrm>
            <a:off x="7863840" y="4637064"/>
            <a:ext cx="1209318" cy="455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5701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Power of Numerical Computing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75370"/>
            <a:ext cx="5190753" cy="22785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6699" y="2917150"/>
            <a:ext cx="909874" cy="1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Lists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376699" y="3097750"/>
            <a:ext cx="909874" cy="106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to use, but slow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931344" y="2494630"/>
            <a:ext cx="909874" cy="421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High-Performance Ops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31344" y="2956441"/>
            <a:ext cx="909874" cy="212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algebra and FFTs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661520" y="1414311"/>
            <a:ext cx="909874" cy="140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NumPy Arrays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661520" y="1594911"/>
            <a:ext cx="909874" cy="212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Typed, contiguous, C-backed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96119" y="3580433"/>
            <a:ext cx="519075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NumPy introduced contiguous, typed arrays that map closely to C memory layouts. This enabled vectorised operations that are orders of magnitude faster than plain Python loops.       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708" y="1229767"/>
            <a:ext cx="2652861" cy="265286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96119" y="4190033"/>
            <a:ext cx="8151763" cy="467692"/>
          </a:xfrm>
          <a:prstGeom prst="roundRect">
            <a:avLst>
              <a:gd name="adj" fmla="val 11339"/>
            </a:avLst>
          </a:prstGeom>
          <a:solidFill>
            <a:srgbClr val="E1E1E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25" y="4365947"/>
            <a:ext cx="157758" cy="1262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6289" y="4334024"/>
            <a:ext cx="807258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NumPy is the foundation for scientific stacks — libraries like SciPy, Pandas, and many ML tools depend on it.</a:t>
            </a:r>
            <a:endParaRPr lang="en-US" sz="9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8061A4-E513-CF74-5DCC-D0CDA528B366}"/>
              </a:ext>
            </a:extLst>
          </p:cNvPr>
          <p:cNvSpPr/>
          <p:nvPr/>
        </p:nvSpPr>
        <p:spPr>
          <a:xfrm>
            <a:off x="7863840" y="4637064"/>
            <a:ext cx="1209318" cy="455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3853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Data Manipulation and Analysis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1637109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Pandas introduced DataFrame and Series: expressive, tabular structures tailored for cleaning, transforming, and summarising data. It turns messy inputs into analysable datasets with concise operations for grouping, joining, reshaping, and time-series handling.   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2703835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6816" y="2752502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56816" y="3059013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ingestion (CSV, JSON), fast slicing, groupby aggregations, and pivoting.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119" y="379615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6816" y="3844826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Workflow Fit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56816" y="4151337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Bridges raw data sources and downstream modelling or visualisation tools.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Visualisation &amp; Machine Learning Ecosystem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4255"/>
            <a:ext cx="4405610" cy="440561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893" y="2199470"/>
            <a:ext cx="511671" cy="5116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35377" y="2104030"/>
            <a:ext cx="1208484" cy="366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Matplotlib &amp; Seaborn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635376" y="2506117"/>
            <a:ext cx="3578961" cy="25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Turn numbers into narratives — static and statistical visualisations for exploration and presentation.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860" y="1101835"/>
            <a:ext cx="511671" cy="5116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94364" y="937468"/>
            <a:ext cx="2758206" cy="104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Scikit-Learn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5781820" y="1300581"/>
            <a:ext cx="3101927" cy="440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User-friendly APIs for classical ML: preprocessing, models, pipelines, and evaluation.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375" y="3694992"/>
            <a:ext cx="511671" cy="5116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81821" y="3463599"/>
            <a:ext cx="1062039" cy="13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Deep Learning Libraries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5781821" y="3694992"/>
            <a:ext cx="2264899" cy="511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TensorFlow and PyTorch provide scalable training, GPU acceleration, and production-ready tooling.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496119" y="5189488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These tools layer together: NumPy arrays feed Pandas, which feeds visualisation and ML libraries — creating a cohesive, composable workflow.</a:t>
            </a:r>
            <a:endParaRPr lang="en-US" sz="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4CEB87-E1E9-C51D-14F5-AE992DBDBBDD}"/>
              </a:ext>
            </a:extLst>
          </p:cNvPr>
          <p:cNvSpPr/>
          <p:nvPr/>
        </p:nvSpPr>
        <p:spPr>
          <a:xfrm>
            <a:off x="7863840" y="4637064"/>
            <a:ext cx="1209318" cy="455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754" y="365447"/>
            <a:ext cx="3309417" cy="44126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90897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The Infinite Horizon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916037"/>
            <a:ext cx="4722763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    Libraries are force multipliers: they democratize expertise, enable rapid prototyping, and spawn ecosystems. Mastering existing libraries and contributing back accelerates innovation — build the tools others will use tomorrow.   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96119" y="1558603"/>
            <a:ext cx="478408" cy="717649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616" y="1827684"/>
            <a:ext cx="179412" cy="1794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5432" y="1678186"/>
            <a:ext cx="4143449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Learn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075432" y="1925538"/>
            <a:ext cx="4143449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Study popular libraries and their design patterns.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96119" y="2377157"/>
            <a:ext cx="478408" cy="717649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616" y="2646238"/>
            <a:ext cx="179412" cy="1794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5432" y="2496741"/>
            <a:ext cx="4143449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Compose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075432" y="2744093"/>
            <a:ext cx="4143449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small, focused libraries to solve bigger problems.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96119" y="3195712"/>
            <a:ext cx="478408" cy="839242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616" y="3525589"/>
            <a:ext cx="179412" cy="1794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5432" y="3315295"/>
            <a:ext cx="4143449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Contribute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075432" y="3562648"/>
            <a:ext cx="4143449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 bugs, write docs, and publish packages — grow the ecosystem responsibly.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96119" y="4148435"/>
            <a:ext cx="4722763" cy="604093"/>
          </a:xfrm>
          <a:prstGeom prst="roundRect">
            <a:avLst>
              <a:gd name="adj" fmla="val 8316"/>
            </a:avLst>
          </a:prstGeom>
          <a:solidFill>
            <a:srgbClr val="E1E1EA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702" y="4312221"/>
            <a:ext cx="149498" cy="11958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84783" y="4279181"/>
            <a:ext cx="421451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 to Action: Explore one new Python library this week and integrate it into a tiny project — learning by building is the fastest path forward.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562</Words>
  <Application>Microsoft Office PowerPoint</Application>
  <PresentationFormat>On-screen Show (16:9)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Roboto</vt:lpstr>
      <vt:lpstr>Raleway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ANJANI PRIYA</dc:creator>
  <cp:lastModifiedBy>Anjani Priya Yedururi</cp:lastModifiedBy>
  <cp:revision>2</cp:revision>
  <dcterms:created xsi:type="dcterms:W3CDTF">2026-07-31T08:42:41Z</dcterms:created>
  <dcterms:modified xsi:type="dcterms:W3CDTF">2026-08-03T05:25:50Z</dcterms:modified>
</cp:coreProperties>
</file>